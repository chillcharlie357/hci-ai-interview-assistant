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</p:sldIdLst>
  <p:sldSz cx="14630400" cy="8229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n-lt"/>
        <a:ea typeface="+mn-ea"/>
        <a:cs typeface="+mn-cs"/>
        <a:sym typeface="Calibri"/>
      </a:defRPr>
    </a:lvl1pPr>
    <a:lvl2pPr indent="228600" defTabSz="457200" latinLnBrk="0">
      <a:defRPr sz="1200">
        <a:latin typeface="+mn-lt"/>
        <a:ea typeface="+mn-ea"/>
        <a:cs typeface="+mn-cs"/>
        <a:sym typeface="Calibri"/>
      </a:defRPr>
    </a:lvl2pPr>
    <a:lvl3pPr indent="457200" defTabSz="457200" latinLnBrk="0">
      <a:defRPr sz="1200">
        <a:latin typeface="+mn-lt"/>
        <a:ea typeface="+mn-ea"/>
        <a:cs typeface="+mn-cs"/>
        <a:sym typeface="Calibri"/>
      </a:defRPr>
    </a:lvl3pPr>
    <a:lvl4pPr indent="685800" defTabSz="457200" latinLnBrk="0">
      <a:defRPr sz="1200">
        <a:latin typeface="+mn-lt"/>
        <a:ea typeface="+mn-ea"/>
        <a:cs typeface="+mn-cs"/>
        <a:sym typeface="Calibri"/>
      </a:defRPr>
    </a:lvl4pPr>
    <a:lvl5pPr indent="914400" defTabSz="457200" latinLnBrk="0">
      <a:defRPr sz="1200">
        <a:latin typeface="+mn-lt"/>
        <a:ea typeface="+mn-ea"/>
        <a:cs typeface="+mn-cs"/>
        <a:sym typeface="Calibri"/>
      </a:defRPr>
    </a:lvl5pPr>
    <a:lvl6pPr indent="1143000" defTabSz="457200" latinLnBrk="0">
      <a:defRPr sz="1200">
        <a:latin typeface="+mn-lt"/>
        <a:ea typeface="+mn-ea"/>
        <a:cs typeface="+mn-cs"/>
        <a:sym typeface="Calibri"/>
      </a:defRPr>
    </a:lvl6pPr>
    <a:lvl7pPr indent="1371600" defTabSz="457200" latinLnBrk="0">
      <a:defRPr sz="1200">
        <a:latin typeface="+mn-lt"/>
        <a:ea typeface="+mn-ea"/>
        <a:cs typeface="+mn-cs"/>
        <a:sym typeface="Calibri"/>
      </a:defRPr>
    </a:lvl7pPr>
    <a:lvl8pPr indent="1600200" defTabSz="457200" latinLnBrk="0">
      <a:defRPr sz="1200">
        <a:latin typeface="+mn-lt"/>
        <a:ea typeface="+mn-ea"/>
        <a:cs typeface="+mn-cs"/>
        <a:sym typeface="Calibri"/>
      </a:defRPr>
    </a:lvl8pPr>
    <a:lvl9pPr indent="1828800" defTabSz="4572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文本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标题文本</a:t>
            </a:r>
          </a:p>
        </p:txBody>
      </p:sp>
      <p:sp>
        <p:nvSpPr>
          <p:cNvPr id="12" name="正文级别 1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3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文本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标题文本</a:t>
            </a:r>
          </a:p>
        </p:txBody>
      </p:sp>
      <p:sp>
        <p:nvSpPr>
          <p:cNvPr id="21" name="正文级别 1…"/>
          <p:cNvSpPr txBox="1"/>
          <p:nvPr>
            <p:ph type="body" sz="half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22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标题文本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标题文本</a:t>
            </a:r>
          </a:p>
        </p:txBody>
      </p:sp>
      <p:sp>
        <p:nvSpPr>
          <p:cNvPr id="30" name="正文级别 1…"/>
          <p:cNvSpPr txBox="1"/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31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标题文本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标题文本</a:t>
            </a:r>
          </a:p>
        </p:txBody>
      </p:sp>
      <p:sp>
        <p:nvSpPr>
          <p:cNvPr id="39" name="正文级别 1…"/>
          <p:cNvSpPr txBox="1"/>
          <p:nvPr>
            <p:ph type="body" sz="quarter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0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标题文本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标题文本</a:t>
            </a:r>
          </a:p>
        </p:txBody>
      </p:sp>
      <p:sp>
        <p:nvSpPr>
          <p:cNvPr id="48" name="正文级别 1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45720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91440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137160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182880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b="1" sz="2400"/>
            </a:pPr>
          </a:p>
        </p:txBody>
      </p:sp>
      <p:sp>
        <p:nvSpPr>
          <p:cNvPr id="50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标题文本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标题文本</a:t>
            </a:r>
          </a:p>
        </p:txBody>
      </p:sp>
      <p:sp>
        <p:nvSpPr>
          <p:cNvPr id="58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标题文本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标题文本</a:t>
            </a:r>
          </a:p>
        </p:txBody>
      </p:sp>
      <p:sp>
        <p:nvSpPr>
          <p:cNvPr id="73" name="正文级别 1…"/>
          <p:cNvSpPr txBox="1"/>
          <p:nvPr>
            <p:ph type="body" sz="half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</a:p>
        </p:txBody>
      </p:sp>
      <p:sp>
        <p:nvSpPr>
          <p:cNvPr id="7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标题文本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标题文本</a:t>
            </a:r>
          </a:p>
        </p:txBody>
      </p:sp>
      <p:sp>
        <p:nvSpPr>
          <p:cNvPr id="83" name="Picture Placeholder 2"/>
          <p:cNvSpPr/>
          <p:nvPr>
            <p:ph type="pic" sz="quarter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正文级别 1…"/>
          <p:cNvSpPr txBox="1"/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8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文本"/>
          <p:cNvSpPr txBox="1"/>
          <p:nvPr>
            <p:ph type="title"/>
          </p:nvPr>
        </p:nvSpPr>
        <p:spPr>
          <a:xfrm>
            <a:off x="731520" y="110489"/>
            <a:ext cx="13167361" cy="18097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标题文本</a:t>
            </a:r>
          </a:p>
        </p:txBody>
      </p:sp>
      <p:sp>
        <p:nvSpPr>
          <p:cNvPr id="3" name="正文级别 1…"/>
          <p:cNvSpPr txBox="1"/>
          <p:nvPr>
            <p:ph type="body" idx="1"/>
          </p:nvPr>
        </p:nvSpPr>
        <p:spPr>
          <a:xfrm>
            <a:off x="731520" y="1920239"/>
            <a:ext cx="13167361" cy="63093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" name="幻灯片编号"/>
          <p:cNvSpPr txBox="1"/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